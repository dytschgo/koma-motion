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0040"/>
            <a:ext cx="21945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182880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Arial"/>
              </a:defRPr>
            </a:pPr>
            <a:r>
              <a:t>Northstar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56032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Clear thinking. Confident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657600"/>
            <a:ext cx="1645920" cy="914400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675120" y="3657600"/>
            <a:ext cx="1005840" cy="100584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0040"/>
            <a:ext cx="21945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182880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Arial"/>
              </a:defRPr>
            </a:pPr>
            <a:r>
              <a:t>A consistent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56032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Navy foundations, warm amber highlights and teal accents.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657600"/>
            <a:ext cx="1645920" cy="914400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675120" y="3657600"/>
            <a:ext cx="1005840" cy="100584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0040"/>
            <a:ext cx="219456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182880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FFFF"/>
                </a:solidFill>
                <a:latin typeface="Arial"/>
              </a:defRPr>
            </a:pPr>
            <a:r>
              <a:t>Designed for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56032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Simple geometry, generous space and direct language.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657600"/>
            <a:ext cx="1645920" cy="914400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675120" y="3657600"/>
            <a:ext cx="1005840" cy="100584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